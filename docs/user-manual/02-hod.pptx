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2 — Head of Department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First-stage approver for your department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stage:  </a:t>
            </a:r>
            <a:r>
              <a:rPr sz="1100">
                <a:solidFill>
                  <a:srgbClr val="D0E3F2"/>
                </a:solidFill>
              </a:rPr>
              <a:t>Stage 1 of 3 (PRs) / Stage 1 of 2 (EFT, PC, EC, Issue Slips)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Version:  </a:t>
            </a:r>
            <a:r>
              <a:rPr sz="1100">
                <a:solidFill>
                  <a:srgbClr val="D0E3F2"/>
                </a:solidFill>
              </a:rPr>
              <a:t>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every request from your department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/ reject PRs, EFTs, Petty Cash, Expense Claims, Issue Slips at Stage 1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Initiate your own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department spend summaries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requests from other departments you don't head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your own initiated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Skip the Finance stage — your approval passes to Finance, not around it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Modify amounts or items — reject with a comment instead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Workflow — Your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  [Initiator submits]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+---------------------------+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|  STATUS = pending_hod     |  &lt;-- your queue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|  Your name = the approver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+---------------------------+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approve / reject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+------+------+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|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v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pending_finance  rejected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(initiator sees comment + can resubmit)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Find &amp; Review a Request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Dashboard: check the Pending Approvals card for your count.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Procurement → Pending Approvals (for PRs).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Financial Forms → Pending Approvals (for EFT / PC / EC).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Stores → Issue Slips, filter by pending_hod (for Issue Slips).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 row to open the detail page.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Check: initiator is in your dept, items and quantities are reasonable, justification answers 'why now', quote is attached for high-value items.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Approve vs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To Approve: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Scroll to the Comments box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Write a short meaningful comment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the green Approve button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Status moves to pending_finance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Finance receives an email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Target turnaround: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PRs / Expense Claims: 48 hours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EFT: 24 hours (time-sensitive)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Petty Cash: same day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Issue Slips: 24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To Reject: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Write a specific rejection reason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Examples: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'Quote required for purchases above K5,000.'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'Wrong department — should come from IT.'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'Quantity 50 seems excessive for a 10-person team.'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the red Reject button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Initiator is notified with your comment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Avoid vague reasons like 'unclear' — the initiator cannot fix those.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Your Pre-Approval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Request belongs to someone in my department or a direct subordinate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Items and quantities make sense for the work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Prices are reasonable — compare to known costs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Justification clearly answers: What? Why now? Why this supplier?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Quote is attached for higher-value items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Department is correctly set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 have left a clear, specific comment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Going on leave? Tell Admin before you go — they can reassign your queue.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2 — Head of Department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