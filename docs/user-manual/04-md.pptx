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4 — Managing 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Final approver on high-value Purchase Requisitions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stage:  </a:t>
            </a:r>
            <a:r>
              <a:rPr sz="1100">
                <a:solidFill>
                  <a:srgbClr val="D0E3F2"/>
                </a:solidFill>
              </a:rPr>
              <a:t>Stage 3 — final, for PRs above the MD threshold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Other forms:  </a:t>
            </a:r>
            <a:r>
              <a:rPr sz="1100">
                <a:solidFill>
                  <a:srgbClr val="D0E3F2"/>
                </a:solidFill>
              </a:rPr>
              <a:t>EFT / PC / EC stop at Finance — they do not reach 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PRs at pending_md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request system-wide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Access all reports and analytics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Initiate your own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will NOT typically action: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EFT, Petty Cash, Expense Claims — stop at 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GRNs — handled by 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User management — Admin's responsibility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focus: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Strategic fit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Value for money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Budget impact on upcoming spend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Supplier and compliance risk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[HOD approved] --&gt; pending_finance --&gt; [Finance approved]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|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Procurement sees PR        pending_md  &lt;-- your queue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read-only; quotes may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already be prepared      approve / reject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+--------------+------------+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|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v      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approved                    rejected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(Procurement executes PO)  (initiator notified)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Review a High-Value Request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Pending Approvals. The list shows only pending_md requests.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 request. Read the Approval History — HOD and Finance have commented.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Is this strategically aligned with company goals?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Did Finance confirm budget headroom? Are there competing requests this month?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the adjudication section — Procurement should have quotes and a winning vendor ready. If quotes are missing, contact Procurement before approving.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Ask: Is the supplier known and reliable, or new and untested?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you need more info: call the HOD or Finance directly. Leave the request pending while you get answers.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Approve vs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Approve: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a comment (even a brief one creates a record)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Approve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Status becomes approved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Procurement proceeds to issue a PO — they may already have the vendor confirmed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Reject: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Write a clear strategic reason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Examples: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'Defer to next quarter — capex freeze in effect.'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'Need competing quotes before I approve.'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'Escalate to Board — exceeds my delegation limit.'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Reject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Initiator is notified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Delegation during absence: tell Admin before you go — they arrange cover.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Oversight &amp;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Reports &amp; Analytics → Reports: summary counts, turnaround times, dept totals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Reports &amp; Analytics → Analytics: dept spend charts, vendor concentration, bottleneck analysis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Export to Excel or PDF for Board packs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MD weekly habit: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Check pending_md queue — aim to act within 48 hours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Review Analytics once a week for anomalies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Flag unusual vendor patterns to Procurement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4 — Managing Director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