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77190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E8"/>
                </a:solidFill>
              </a:rPr>
              <a:t>KSB ZAMBIA  ·  PURCHASE REQUISITION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83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User Manual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579876" y="2606040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B4A8A"/>
                </a:solidFill>
              </a:rPr>
              <a:t>Role 4 — Managing Director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8E8"/>
                </a:solidFill>
              </a:rPr>
              <a:t>Final approver on high-value Purchase Requisitions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389120"/>
            <a:ext cx="6400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8AB4D8"/>
                </a:solidFill>
              </a:rPr>
              <a:t>Approval stage:  </a:t>
            </a:r>
            <a:r>
              <a:rPr sz="1100">
                <a:solidFill>
                  <a:srgbClr val="D0E3F2"/>
                </a:solidFill>
              </a:rPr>
              <a:t>Stage 3 — final, for PRs above the MD threshold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690872"/>
            <a:ext cx="6400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8AB4D8"/>
                </a:solidFill>
              </a:rPr>
              <a:t>Other forms:  </a:t>
            </a:r>
            <a:r>
              <a:rPr sz="1100">
                <a:solidFill>
                  <a:srgbClr val="D0E3F2"/>
                </a:solidFill>
              </a:rPr>
              <a:t>EFT / PC / EC stop at Finance — they do not reach you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Who You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You CAN: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Approve / reject PRs at pending_md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See every request system-wide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Access all reports and analytics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Initiate your own requests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188720"/>
            <a:ext cx="27432" cy="534924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1636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You will NOT typically action: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EFT, Petty Cash, Expense Claims — stop at Finance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GRNs — handled by Finance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User management — Admin's responsibility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Your focus: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Strategic fit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Value for money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Budget impact on upcoming spend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Supplier and compliance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Workflow — Your 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53492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34472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11111"/>
                </a:solidFill>
                <a:latin typeface="Consolas"/>
              </a:rPr>
              <a:t>  [HOD approved] --&gt; pending_finance --&gt; [Finance approved]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        |                       |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Procurement sees PR        pending_md  &lt;-- your queue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read-only; quotes may           |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already be prepared      approve / reject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                                 |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                  +--------------+------------+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                  |                           |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                  v                           v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              approved                    rejected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               (Procurement executes PO)  (initiator notified)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Task: Review a High-Value Request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243584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88720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Sidebar → Procurement → Pending Approvals. The list shows only pending_md requests.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810512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1755648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Click a request. Read the Approval History — HOD and Finance have commented.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377440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322576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Ask: Is this strategically aligned with company goals?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944368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889504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Ask: Did Finance confirm budget headroom? Are there competing requests this month?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511296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456432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Check the adjudication section — Procurement should have quotes and a winning vendor ready. If quotes are missing, contact Procurement before approving.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078224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023360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Ask: Is the supplier known and reliable, or new and untested?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645152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4590288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If you need more info: call the HOD or Finance directly. Leave the request pending while you get answers.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Approve vs Reject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To Approve: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Add a comment (even a brief one creates a record)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Click Approve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Status becomes approved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Procurement proceeds to issue a PO — they may already have the vendor confirmed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188720"/>
            <a:ext cx="27432" cy="534924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1636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To Reject: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Write a clear strategic reason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Examples:</a:t>
            </a:r>
          </a:p>
          <a:p>
            <a:pPr lvl="1">
              <a:spcBef>
                <a:spcPts val="100"/>
              </a:spcBef>
            </a:pPr>
            <a:r>
              <a:rPr sz="1200">
                <a:solidFill>
                  <a:srgbClr val="555555"/>
                </a:solidFill>
              </a:rPr>
              <a:t>'Defer to next quarter — capex freeze in effect.'</a:t>
            </a:r>
          </a:p>
          <a:p>
            <a:pPr lvl="1">
              <a:spcBef>
                <a:spcPts val="100"/>
              </a:spcBef>
            </a:pPr>
            <a:r>
              <a:rPr sz="1200">
                <a:solidFill>
                  <a:srgbClr val="555555"/>
                </a:solidFill>
              </a:rPr>
              <a:t>'Need competing quotes before I approve.'</a:t>
            </a:r>
          </a:p>
          <a:p>
            <a:pPr lvl="1">
              <a:spcBef>
                <a:spcPts val="100"/>
              </a:spcBef>
            </a:pPr>
            <a:r>
              <a:rPr sz="1200">
                <a:solidFill>
                  <a:srgbClr val="555555"/>
                </a:solidFill>
              </a:rPr>
              <a:t>'Escalate to Board — exceeds my delegation limit.'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Click Reject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Initiator is notified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Delegation during absence: tell Admin before you go — they arrange cover.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Oversight &amp;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3112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Sidebar → Reports &amp; Analytics → Reports: summary counts, turnaround times, dept totals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Sidebar → Reports &amp; Analytics → Analytics: dept spend charts, vendor concentration, bottleneck analysis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Export to Excel or PDF for Board packs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MD weekly habit: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Check pending_md queue — aim to act within 48 hours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Review Analytics once a week for anomalies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Flag unusual vendor patterns to Procurement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0"/>
            <a:ext cx="11183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Refer to your role manual for full detail.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B4D8"/>
                </a:solidFill>
              </a:rPr>
              <a:t>Role 4 — Managing Director  ·  KSB Zambia Purchase Requisition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