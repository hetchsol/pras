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8"/>
                </a:solidFill>
              </a:rPr>
              <a:t>KSB ZAMBIA  ·  PURCHASE REQUISITION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User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6" y="26060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4A8A"/>
                </a:solidFill>
              </a:rPr>
              <a:t>Role 3 —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8E8"/>
                </a:solidFill>
              </a:rPr>
              <a:t>Second-stage approver · Budgets · FX rates · GRN approvals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89120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Approval stage:  </a:t>
            </a:r>
            <a:r>
              <a:rPr sz="1100">
                <a:solidFill>
                  <a:srgbClr val="D0E3F2"/>
                </a:solidFill>
              </a:rPr>
              <a:t>Stage 2 — after HOD, before 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690872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Extra:  </a:t>
            </a:r>
            <a:r>
              <a:rPr sz="1100">
                <a:solidFill>
                  <a:srgbClr val="D0E3F2"/>
                </a:solidFill>
              </a:rPr>
              <a:t>Budgets, FX rates, GRN approvals, Procurement coordination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Who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/ reject at pending_finance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GRNs (goods receipts into stock)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Issue Slips at Finance stage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See and edit department budgets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See and edit currency FX rates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See every request system-wide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Run financial analytics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CANNOT: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Skip the HOD stage — requests must arrive via HOD approval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your own initiated requests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Delete users or change system roles (Admin only)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Modify an approved request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Note: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When a PR reaches pending_finance, Procurement already has read-only visibility via their Incoming PRs view and may be collecting quotes in parallel.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Workflow — Your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53492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4472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11111"/>
                </a:solidFill>
                <a:latin typeface="Consolas"/>
              </a:rPr>
              <a:t>            [HOD approved]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v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+--------------------------+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| STATUS = pending_finance |  &lt;-- your queue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| (Procurement also sees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|  this PR read-only and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|  may be sourcing quotes)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+--------------------------+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approve / reject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+----------+----------+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|   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v                     v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pending_md*           approved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(high-value PR)   (EFT, PC, EC, Issue Slip,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or low-value PR)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GRN:  [Stores creates GRN] --&gt; pending_approval --&gt; approved  (you approve)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Review &amp; Approve a Financial Request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Open Pending Approvals: Procurement → Pending Approvals or Financial Forms → Pending Approvals.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a request. Verify HOD has approved and read their comment.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Check budget: Financial Planning → Budgets — does this push the dept over budget?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Check supporting documents: invoice matches amount and payee details, quotes match PR prices.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Check FX: if amount is in USD/EUR/GBP/ZAR, is the current ZMW rate accurate? Update if stale.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If Procurement has flagged a sourcing concern about this PR, factor it in before approving.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4515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59028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Write a meaningful comment, then click Approve or Reject.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Approve a GRN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Stores → Goods Receipt Notes.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Filter by Status: pending_approval.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Open a GRN. Note the Reference PR it relates to.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Compare Quantity Received against the PR's ordered quantities.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Verify the supplier/vendor matches the one on the PR.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Write a comment (e.g. 'Quantities verified against DN-2026-0154'), then click Approve.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4515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59028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Stock becomes officially available in the Stock Register immediately.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Budgets &amp; FX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Financial Planning → Budgets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Lists every dept with budget and spend-to-date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a dept → enter annual budget in ZMW → Save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Year-end: reset Spent to zero, set new year budget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NOTE: budget is a soft control — system does not auto-block overspend. You enforce it during approvals.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FX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Financial Planning → FX Rates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Supported currencies: USD, EUR, GBP, ZAR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currency → enter ZMW rate → Save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Recommended cadence: update every Monday using Bank of Zambia mid-rate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Update ad-hoc if a rate moves by more than 2% mid-week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Document big movements in a comment for MD visibility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Refer to your role manual for full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Role 3 — Finance  ·  KSB Zambia Purchase Requisition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