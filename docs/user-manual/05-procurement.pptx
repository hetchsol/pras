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5 — 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Vendor management · Quote collection · Adjudication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role:  </a:t>
            </a:r>
            <a:r>
              <a:rPr sz="1100">
                <a:solidFill>
                  <a:srgbClr val="D0E3F2"/>
                </a:solidFill>
              </a:rPr>
              <a:t>None formal — you execute after MD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Key responsibility:  </a:t>
            </a:r>
            <a:r>
              <a:rPr sz="1100">
                <a:solidFill>
                  <a:srgbClr val="D0E3F2"/>
                </a:solidFill>
              </a:rPr>
              <a:t>Vendor selection and order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992624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Version:  </a:t>
            </a:r>
            <a:r>
              <a:rPr sz="1100">
                <a:solidFill>
                  <a:srgbClr val="D0E3F2"/>
                </a:solidFill>
              </a:rPr>
              <a:t>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every Purchase Requisition across all departments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supplier quotes to a requisition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Run an adjudication (three-quote comparison) to select a vendor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and maintain the vendor master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rejected requisitions to identify recurring patterns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financial requests — that is HOD / Finance / MD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Change amounts or items on an approved PR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Manage users or system settings (Admin only)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Your responsibilities: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Collect ≥3 quotes for items above the unquoted limit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Run fair adjudications, document the winning vendor and reasoning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Keep the vendor list clean and up to date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Issue purchase orders promptly after MD approval (outside the 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Workflow — Your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  [Initiator] --&gt; pending_hod --&gt; pending_finance --&gt; pending_md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^     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|                   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YOU collect quotes here         YOU run adjudication,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(often while pending_finance)    issue PO outside system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Optional sub-flow: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1. Collect quotes from suppliers (email / PDF).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2. Upload quotes into the PR detail page.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3. Run adjudication → select winning vendor → document reasoning.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4. After MD approves, issue PO to winning vendor.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Collect &amp; Add Quotes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Procurement → Approved Requisitions (or watch PRs while still pending_finance).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Open a PR. Scroll to the Quotes section.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Contact at least 3 suppliers and request written quotes (PDF, email, or letterhead).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For each quote: click Add Quote, select the vendor from the master list, enter amount and currency, attach the PDF.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Repeat for each vendor quote.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Once all quotes are in, proceed to adjudication.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Run Adjudication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Procurement → Adjudication.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Find the PR and open its adjudication view.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Compare the quotes: price, delivery time, quality/track record.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Select the winning vendor and document the reasoning in the Adjudication Notes.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Submit the adjudication — this records the decision in the audit trail.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Issue the Purchase Order to the winning vendor outside the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Vendor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Administration → Vendors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Adding a vendor: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Add Vendor → fill name, code, category, contact, tier (1–3), rating (1–5)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Editing / deactivating: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the vendor row → update fields → Save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To deactivate: set Status to inactive — the vendor disappears from dropdowns but historical quotes remain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Bulk upload: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Download the vendor template → fill columns → click Upload from Excel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Vendor codes should be stable — do not change a code after it has been used on a quote.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Quote rules of thumb: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Below the unquoted limit: no quote required, but adding one is always welcome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Above the limit: at least 3 written quotes required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Sole-source: attach a written HOD/Finance justification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5 — Procurement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