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6 — Stores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Record goods in · Issue goods out · Move 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Account flag:  </a:t>
            </a:r>
            <a:r>
              <a:rPr sz="1100">
                <a:solidFill>
                  <a:srgbClr val="D0E3F2"/>
                </a:solidFill>
              </a:rPr>
              <a:t>'Can Access Stores' must be enabled on your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role:  </a:t>
            </a:r>
            <a:r>
              <a:rPr sz="1100">
                <a:solidFill>
                  <a:srgbClr val="D0E3F2"/>
                </a:solidFill>
              </a:rPr>
              <a:t>None — you create documents, others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992624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Version:  </a:t>
            </a:r>
            <a:r>
              <a:rPr sz="1100">
                <a:solidFill>
                  <a:srgbClr val="D0E3F2"/>
                </a:solidFill>
              </a:rPr>
              <a:t>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Goods Receipt Notes (GRNs) when suppliers deliver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Issue Slips when goods leave the warehouse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Picking Slips when stock moves between locations (no approval needed)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live stock levels in the Stock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Manage the Stock Items catalogue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Print PDFs of all your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GRNs or Issue Slips — that is 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Create Purchase Requisitions for other departments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Delete a submitted GRN or Issue Slip — ask Finance to reject if wrong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responsibilities: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Record exact quantities — they drive the stock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Match deliveries to the correct PR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Only issue stock from an approved GRN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the Stock Items list free of duplicates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Stores Workflow Diagrams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GOODS IN (GRN):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[Supplier delivers] --&gt; [You create GRN] --&gt; pending_approval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Finance approves / rejects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(stock is now in register)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GOODS OUT (Issue Slip):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 create Issue Slip] --&gt; pending_hod --&gt; pending_finance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       stock officially deducted from register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STOCK MOVE (Picking Slip):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[You create Picking Slip] --&gt; completed immediately (no approval needed)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 Goods Receipt Note (GRN)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Create GRN.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 the header: GRN Date, Supplier/Vendor, Reference PR (the approved PR this delivery fulfils).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Add each item received: select stock item, enter quantity received, unit, and condition.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the GRN is for a specific customer, set the Customer field.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Attach the supplier delivery note or invoice.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Submit. Status becomes pending_approval. Finance will review and approve.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Only after Finance approval can stock be drawn via Issue Slips.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Create an Issue Slip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Confirm the GRN is approved (check Stock Register or GRN list).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Stores → Create Issue Slip.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Fill: Issued To (person / department), Delivery Location, Reference GRN number.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If GRN is customer-reserved, the Customer field must match the GRN.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Add each item: select stock item, enter quantity to issue. The system blocks over-issue automatically.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Submit. Goes to pending_hod → pending_finance for approval.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4515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59028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After Finance approval, stock is officially deducted from the register. Hand over the goods.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Picking Slips &amp; Stock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Picking Slip (stock movement)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No approval — completed immediately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 when physically moving stock between storage areas (e.g. Bay 1 → Bay 3)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Stores → Create Picking Slip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Fill: from location, to location, items and quantities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Submit → status = completed instantly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The register reflects the movement immediately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Real-Time Stock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Stores → Real-Time Stock Register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Shows: Stock In (all approved GRNs) minus Stock Out (approved Issue Slips) minus Reserved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Available = what can currently be issued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Use this before creating an Issue Slip to confirm enough stock exists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Stock Items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Stores → Stock Items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or edit catalogue entries (name, unit, description, category)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Avoid duplicate descriptions — one record per item type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6 — Stores User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