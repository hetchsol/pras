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77190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1183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8E8"/>
                </a:solidFill>
              </a:rPr>
              <a:t>KSB ZAMBIA  ·  PURCHASE REQUISITION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11831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User Manual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579876" y="2606040"/>
            <a:ext cx="5029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0B4A8A"/>
                </a:solidFill>
              </a:rPr>
              <a:t>Role 6 — Stores 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20440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C8E8"/>
                </a:solidFill>
              </a:rPr>
              <a:t>Record goods in · Issue goods out · Move stock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4389120"/>
            <a:ext cx="6400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8AB4D8"/>
                </a:solidFill>
              </a:rPr>
              <a:t>Account flag:  </a:t>
            </a:r>
            <a:r>
              <a:rPr sz="1100">
                <a:solidFill>
                  <a:srgbClr val="D0E3F2"/>
                </a:solidFill>
              </a:rPr>
              <a:t>'Can Access Stores' must be enabled on your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4690872"/>
            <a:ext cx="6400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8AB4D8"/>
                </a:solidFill>
              </a:rPr>
              <a:t>Approval role:  </a:t>
            </a:r>
            <a:r>
              <a:rPr sz="1100">
                <a:solidFill>
                  <a:srgbClr val="D0E3F2"/>
                </a:solidFill>
              </a:rPr>
              <a:t>None — you create documents, others approve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Who You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54543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4A8A"/>
                </a:solidFill>
              </a:rPr>
              <a:t>You CAN: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5454396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Create Goods Receipt Notes (GRNs) when suppliers deliver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Create Issue Slips when goods leave the warehouse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Create Picking Slips when stock moves between locations (no approval needed)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View live stock levels in the Stock Register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Manage the Stock Items catalogue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Print PDFs of all your documents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67044" y="1188720"/>
            <a:ext cx="27432" cy="5349240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31636" y="1188720"/>
            <a:ext cx="54543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4A8A"/>
                </a:solidFill>
              </a:rPr>
              <a:t>You CANNOT: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1636" y="1554480"/>
            <a:ext cx="5454396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Approve GRNs or Issue Slips — that is Finance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Create Purchase Requisitions for other departments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Delete a submitted GRN or Issue Slip — ask Finance to reject if wrong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4A8A"/>
                </a:solidFill>
              </a:rPr>
              <a:t>Your responsibilities: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Record exact quantities — they drive the stock register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Match deliveries to the correct PR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Only issue stock from an approved GRN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Keep the Stock Items list free of duplicates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Stores Workflow Diagrams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5349240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34472" cy="4983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111111"/>
                </a:solidFill>
                <a:latin typeface="Consolas"/>
              </a:rPr>
              <a:t>GOODS IN (GRN):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[Supplier delivers] --&gt; [You create GRN] --&gt; pending_approval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                                                  |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                                        Finance approves / rejects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                                                  v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                                              approved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                                       (stock is now in register)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GOODS OUT (Issue Slip):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[You create Issue Slip] --&gt; pending_hod --&gt; pending_finance --&gt; approved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                                                                 |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                                           stock officially deducted from register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STOCK MOVE (Picking Slip):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[You create Picking Slip] --&gt; completed immediately (no approval needed)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Task: Create a Goods Receipt Note (GRN)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1243584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1188720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Sidebar → Stores → Create GRN.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810512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1755648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Fill the header: GRN Date, Supplier/Vendor, Reference PR (the approved PR this delivery fulfils).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377440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2322576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Add each item received: select stock item, enter quantity received, unit, and condition.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944368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889504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If the GRN is for a specific customer, set the Customer field.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511296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456432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Attach the supplier delivery note or invoice.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078224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4023360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Click Submit. Status becomes pending_approval. Finance will review and approve.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4645152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4590288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Only after Finance approval can stock be drawn via Issue Slips.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Task: Create an Issue Slip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1243584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1188720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Confirm the GRN is approved (check Stock Register or GRN list).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810512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1755648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Sidebar → Stores → Create Issue Slip.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377440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2322576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Fill: Issued To (person / department), Delivery Location, Reference GRN number.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944368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889504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If GRN is customer-reserved, the Customer field must match the GRN.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511296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456432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Add each item: select stock item, enter quantity to issue. The system blocks over-issue automatically.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078224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4023360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Click Submit. Goes to pending_hod → pending_finance for approval.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4645152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4590288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After Finance approval, stock is officially deducted from the register. Hand over the goods.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Picking Slips &amp; Stock 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54543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4A8A"/>
                </a:solidFill>
              </a:rPr>
              <a:t>Picking Slip (stock movement)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5454396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No approval — completed immediately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Use when physically moving stock between storage areas (e.g. Bay 1 → Bay 3)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Sidebar → Stores → Create Picking Slip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Fill: from location, to location, items and quantities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Submit → status = completed instantly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The register reflects the movement immediately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6067044" y="1188720"/>
            <a:ext cx="27432" cy="5349240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31636" y="1188720"/>
            <a:ext cx="54543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4A8A"/>
                </a:solidFill>
              </a:rPr>
              <a:t>Real-Time Stock Register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1636" y="1554480"/>
            <a:ext cx="5454396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Sidebar → Stores → Real-Time Stock Register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Shows: Stock In (all approved GRNs) minus Stock Out (approved Issue Slips) minus Reserved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Available = what can currently be issued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Use this before creating an Issue Slip to confirm enough stock exists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4A8A"/>
                </a:solidFill>
              </a:rPr>
              <a:t>Stock Items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Sidebar → Stores → Stock Items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Add or edit catalogue entries (name, unit, description, category)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Avoid duplicate descriptions — one record per item type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94560"/>
            <a:ext cx="111831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Refer to your role manual for full detail.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B4D8"/>
                </a:solidFill>
              </a:rPr>
              <a:t>Role 6 — Stores User  ·  KSB Zambia Purchase Requisition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