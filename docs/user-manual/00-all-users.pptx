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77190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E8"/>
                </a:solidFill>
              </a:rPr>
              <a:t>KSB ZAMBIA  ·  PURCHASE REQUISITION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User Manual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9876" y="2606040"/>
            <a:ext cx="5029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0B4A8A"/>
                </a:solidFill>
              </a:rPr>
              <a:t>All Users — Orientation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8E8"/>
                </a:solidFill>
              </a:rPr>
              <a:t>Login · Navigation · Security basics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389120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Audience:  </a:t>
            </a:r>
            <a:r>
              <a:rPr sz="1100">
                <a:solidFill>
                  <a:srgbClr val="D0E3F2"/>
                </a:solidFill>
              </a:rPr>
              <a:t>Everyone — read before your role manual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690872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Covers:  </a:t>
            </a:r>
            <a:r>
              <a:rPr sz="1100">
                <a:solidFill>
                  <a:srgbClr val="D0E3F2"/>
                </a:solidFill>
              </a:rPr>
              <a:t>Login, password change, navigation, security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What the System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Document types you can work with: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Purchase Requisitions — request goods or services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EFT Requisitions — request a bank transfer payment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Petty Cash Requisitions — draw small cash amounts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Expense Claims — get reimbursed for money you spent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Stores module (warehouse staff only):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Goods Receipt Notes (GRNs) — record incoming stock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Issue Slips — record stock leaving the warehouse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Picking Slips — record stock moving between locations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Real-Time Stock Register — live view of available stock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Approval Flow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534924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34472" cy="4983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11111"/>
                </a:solidFill>
                <a:latin typeface="Consolas"/>
              </a:rPr>
              <a:t>Purchase Requisition: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[Initiator] --&gt; pending_hod --&gt; pending_finance --&gt; pending_md* --&gt; approved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Procurement gains read-only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visibility here (Incoming PRs)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and may already be sourcing quotes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* pending_md only when value exceeds the MD threshold.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EFT / Petty Cash / Expense Claim / Issue Slip: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[Initiator] --&gt; pending_hod --&gt; pending_finance --&gt; approved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GRN:    [Stores] --&gt; pending_approval --&gt; approved    (Finance only)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Picking Slip:    No approval — created as Completed immediately.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First Login — Forced Password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</a:rPr>
              <a:t>This only happens on your very first login or after an admin resets your password.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59105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53619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Enter your username and temporary password on the login screen.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21579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21031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The system intercepts login and shows the Change Password screen — you cannot skip it.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27249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6700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Enter your current temporary password.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32918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32369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Enter and confirm your new password (minimum 8 characters, must differ from the temporary one).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38587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38039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Select and answer 3 security questions — used for future self-service resets.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44256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3708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Save. You are taken to the Dashboard automatically.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Screen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Sidebar (left)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Main menu, grouped by section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Items hidden if your role has no access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Click a group header to expand / collapse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Top Bar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Your name and role on the right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Click your name → Profile / Logout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Breadcrumb shows where you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Main Area (right)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Shows the page you clicked: list, form, or detail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Download PDF / Print buttons at the top of detail pages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/ Reject at the bottom of approval pages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Session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Idle timeout: ~15 minutes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Always log out on shared computers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Security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Password minimum: 8 characters, different from current password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Brute-force protection: too many failed logins from one IP → 15-minute block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Audit logging: every approval, rejection, and status change recorded with your name, IP, browser, and timestamp — you are accountable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All data travels over HTTPS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Never share your password.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Refer to your role manual for full detail.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B4D8"/>
                </a:solidFill>
              </a:rPr>
              <a:t>All Users — Orientation  ·  KSB Zambia Purchase Requisition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