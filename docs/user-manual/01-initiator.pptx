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8"/>
                </a:solidFill>
              </a:rPr>
              <a:t>KSB ZAMBIA  ·  PURCHASE REQUISITION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User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6" y="26060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4A8A"/>
                </a:solidFill>
              </a:rPr>
              <a:t>Role 1 — Initiator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8E8"/>
                </a:solidFill>
              </a:rPr>
              <a:t>Submit requisitions, EFTs, petty cash, and expense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89120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Approval role:  </a:t>
            </a:r>
            <a:r>
              <a:rPr sz="1100">
                <a:solidFill>
                  <a:srgbClr val="D0E3F2"/>
                </a:solidFill>
              </a:rPr>
              <a:t>None — you create, not 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690872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Key actions:  </a:t>
            </a:r>
            <a:r>
              <a:rPr sz="1100">
                <a:solidFill>
                  <a:srgbClr val="D0E3F2"/>
                </a:solidFill>
              </a:rPr>
              <a:t>Create PRs, EFTs, Petty Cash, Expense Claims; track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Who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 Purchase Requisitions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 EFT Requisitions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 Petty Cash requests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 Expense Claims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status of your own requests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Download PDF of any submission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CANNOT: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or reject any request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See other people's requests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Edit a submitted request</a:t>
            </a:r>
          </a:p>
          <a:p>
            <a:pPr lvl="1">
              <a:spcBef>
                <a:spcPts val="100"/>
              </a:spcBef>
            </a:pPr>
            <a:r>
              <a:rPr sz="1200">
                <a:solidFill>
                  <a:srgbClr val="555555"/>
                </a:solidFill>
              </a:rPr>
              <a:t>If wrong: ask an approver to reject, then resubmit as new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Approval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53492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4472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11111"/>
                </a:solidFill>
                <a:latin typeface="Consolas"/>
              </a:rPr>
              <a:t>Purchase Requisition: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[You] --&gt; pending_hod --&gt; pending_finance --&gt; pending_md* --&gt; approved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Procurement sees your PR here (read-only)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and may already be contacting suppliers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* Only if value exceeds MD threshold.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EFT / Petty Cash / Expense Claim: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[You] --&gt; pending_hod --&gt; pending_finance --&gt; approved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(MD is NOT in this chain.)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On rejection at any stage: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--&gt; rejected  (you are notified by email with the reason)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You must create a new submission — you cannot edit the rejected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Create a Purchase Requisition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ID format: KSB-PR-&lt;timestamp&gt;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59105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153619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Procurement → Create Requisition.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1579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1031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Fill the header: Title, Description, Department, Delivery Location, Required Date, Currency.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7249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6700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Add Item for each item: Name, Quantity, Unit, Estimated Unit Price.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2918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2369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Fill the Justification box — be specific. Vague requests are frequently rejected.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8587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8039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Attach a supplier quote (PDF / image, max 10 MB) if you have one.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4256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3708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Review everything, then click Submit.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9926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49377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Status becomes pending_hod. Your HOD receives an email.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Other Form Types —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EFT Requisition (pay a supplier by bank transfer)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Financial Forms → EFT Requisitions → Create New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Fill payee name, bank, account number, amount, purpose, attach invoice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ID: KSB-EFT-…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Petty Cash (draw small cash)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Financial Forms → Petty Cash → Create New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Fill amount, purpose, itemised breakdown, required date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ID: KSB-PC-…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Expense Claim (reimbursement)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Financial Forms → Expense Claims → Create New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Add one line per expense: date, category, description, amount, receipt photo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ID: KSB-EXP-…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Track Requests &amp; Handle Rejections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Open the relevant list: Procurement → My Requisitions, or Financial Forms → the form type.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Read the Status column: pending_hod / pending_finance / pending_md / approved / rejected.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-- At pending_finance: Procurement can already see your PR and may be sourcing quotes.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any row to open the full detail page and Approval History.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If rejected: read the rejection comment in Approval History.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Create a new corrected submission. In the description, reference the rejected ID.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4515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59028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Do NOT resubmit without fixing the issue — repeated unchanged submissions damage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Refer to your role manual for full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Role 1 — Initiator  ·  KSB Zambia Purchase Requisition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