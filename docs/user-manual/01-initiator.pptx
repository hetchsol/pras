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1 — Initiator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Submit requisitions, EFTs, petty cash, and expense claims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role:  </a:t>
            </a:r>
            <a:r>
              <a:rPr sz="1100">
                <a:solidFill>
                  <a:srgbClr val="D0E3F2"/>
                </a:solidFill>
              </a:rPr>
              <a:t>None — you create, not 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Version:  </a:t>
            </a:r>
            <a:r>
              <a:rPr sz="1100">
                <a:solidFill>
                  <a:srgbClr val="D0E3F2"/>
                </a:solidFill>
              </a:rPr>
              <a:t>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Purchase Requisitions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EFT Requisitions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Petty Cash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Expense Claims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status of your own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Download PDF of any submission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or reject any request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other people's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Edit a submitted request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If wrong: ask an approver to reject, then resubmit as new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Purchase Requisition: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[You] --&gt; pending_hod --&gt; pending_finance --&gt; pending_md*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* Only if value exceeds MD threshold.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EFT / Petty Cash / Expense Claim: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[You] --&gt; pending_hod --&gt; pending_finance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(MD is NOT in this chain.)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On rejection at any stage: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--&gt; rejected  (you are notified by email with the reason)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You must create a new submission — you cannot edit the rejected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 Purchase Requisition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ID format: KSB-PR-&lt;timestamp&gt;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Create Requisition.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 the header: Title, Description, Department, Delivery Location, Required Date, Currency.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Add Item for each item: Name, Quantity, Unit, Estimated Unit Price.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 the Justification box — be specific. Vague requests are frequently rejected.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Attach a supplier quote (PDF / image, max 10 MB) if you have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Review everything, then click Submit.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9926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49377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Status becomes pending_hod. Your HOD receives an email.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Other Form Types — 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EFT Requisition (pay a supplier by bank transfer)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Forms → EFT Requisitions → Create New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Fill payee name, bank, account number, amount, purpose, attach invoice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ID: KSB-EFT-…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Petty Cash (draw small cash)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Forms → Petty Cash → Create New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Fill amount, purpose, itemised breakdown, required date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ID: KSB-PC-…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Expense Claim (reimbursement)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Forms → Expense Claims → Create New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one line per expense: date, category, description, amount, receipt photo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ID: KSB-EXP-…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Track Requests &amp; Handle Rejections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Open the relevant list: Procurement → My Requisitions, or Financial Forms → the form type.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Read the Status column: pending_hod / pending_finance / pending_md / approved / rejected.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any row to open the full detail page and Approval History.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rejected: read the rejection comment in Approval History.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Create a new corrected submission. In the description, reference the rejected ID.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Do NOT resubmit without fixing the issue — repeated unchanged submissions damage trust.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1 — Initiator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