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7 —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User accounts · Vendors · Clients · Reference data · Emergency interventions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Access:  </a:t>
            </a:r>
            <a:r>
              <a:rPr sz="1100">
                <a:solidFill>
                  <a:srgbClr val="D0E3F2"/>
                </a:solidFill>
              </a:rPr>
              <a:t>Everything — no hidden menus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Skill level:  </a:t>
            </a:r>
            <a:r>
              <a:rPr sz="1100">
                <a:solidFill>
                  <a:srgbClr val="D0E3F2"/>
                </a:solidFill>
              </a:rPr>
              <a:t>Needs basic IT literacy; you are the escalation point for all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992624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Visibility:  </a:t>
            </a:r>
            <a:r>
              <a:rPr sz="1100">
                <a:solidFill>
                  <a:srgbClr val="D0E3F2"/>
                </a:solidFill>
              </a:rPr>
              <a:t>You see all views including Procurement's Incoming PRs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Create, edit, disable, or delete user accounts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Assign roles and departments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Set the 'Can Access Stores' flag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Manage the vendor master list and client list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Set department budgets and FX rates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every form and every view in the system (including Incoming PRs)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Reassign stuck approvals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the audit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should 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PRs or financial forms unless you hold a genuine secondary role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Edit historical records to 'fix' them — document via proper channels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Share your admin account — create separate accounts for other admins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Your core responsibilities: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Keep user master list accurate (role, dept, HOD assignment)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Handle password resets within a few hours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Keep vendor list clean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Preserve the audit log — never manipulate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Role Capabilities — What Each Role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initiator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PRs, EFTs, Petty Cash, Expense Claims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own submissions only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hod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Everything initiator can do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/ reject dept requests at Stage 1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dept spend reports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procurement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Incoming PRs view (read-only at pending_finance / pending_md)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quotes and run adjudication on approved PRs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Manage vendor master list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all PRs system-wide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/ reject at Stage 2 (pending_finance)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GRNs and Issue Slips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Edit budgets and FX rates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Full analytics access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md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Final approval on high-value PRs (pending_md)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everything; full analytics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admin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All of the above plus user management, audit log, client list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Incoming PRs view visible (same as Procurement)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stores (flag, not a role)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Unlocks Stores module: GRNs, Issue Slips, Picking Slips, Stock Register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Create a User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Administration → Users → click Add User.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Fill: Username (e.g. firstname.lastname), Temporary Password (min 8 chars), Full Name, Email, Employee Number.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Assign Role: initiator / hod / procurement / finance / md / admin. (Procurement gets Incoming PRs and vendor management automatically.)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Tick Is HOD if this person heads their department. Set Supervisor Name to route their requests.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Tick Can Access Stores if the user needs GRNs, Issue Slips, and the Stock Register.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Save. Account is active immediately; flagged for forced password change on first login.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Tell the user their temporary password face-to-face or by phone — the system guides them through the change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Reset a User's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WARNING: A password reset request by cold email is a social-engineering red flag. Always verify identity first.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9105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153619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Verify the user's identity before acting (face-to-face, by phone, or a known channel — not cold email).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579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031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Administration → Users → search and open the user.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7249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700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Reset Password. Enter a new temporary password (min 8 chars). Click Save.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2369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The system hashes the password, marks the account for forced change, and logs the action to the audit trail.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8587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8039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Tell the user the temporary password face-to-face or by phone.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4256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3708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On their next login the system intercepts and forces them to set a new password and 3 security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Vendors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Administration → Vendors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vendor: name, code, category, contact, tier (1–3), rating (1–5), status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Deactivate: set Status to inactive — historical quotes preserved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Bulk upload: download template → fill → Upload from Excel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Keep vendor codes stable — changing a code after use can break historical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Administration → Clients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Clients are external parties whose stock is reserved in your warehouse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Used on GRNs and Issue Slips when the Customer field is set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client: name, code, contact, address, status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Deactivate: set Status to inactive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Budgets, FX, Audit Log &amp; Emergency Reassignment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Budgets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Planning → Budgets — set annual budget per dept in ZMW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Year-end: reset Spent to zero, set new year values; coordinate timing with Finance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FX Rates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Planning → FX Rates — update only when Finance is unavailable; document the source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Audit Log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Administration → Audit Log — every approval, rejection, and status change is recorded permanently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You cannot modify or delete audit entries — add a comment on the record if correction context is needed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Emergency Reassignment (stuck approval)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Identify the stuck request (ask initiator for the form ID)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Decide target: deputy HOD, peer HOD, or escalate to MD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Document the reassignment in the form's Comments with the reason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Notify both the new approver and the initiator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Admin weekly checklist: password resets, new joiners/leavers, FX check, stuck approvals, audit spot-check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7 — Administrator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