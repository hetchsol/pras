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2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377190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8E8"/>
                </a:solidFill>
              </a:rPr>
              <a:t>KSB ZAMBIA  ·  PURCHASE REQUISITION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111831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User Manual</a:t>
            </a:r>
          </a:p>
        </p:txBody>
      </p:sp>
      <p:sp>
        <p:nvSpPr>
          <p:cNvPr id="8" name="Rectangle 7"/>
          <p:cNvSpPr/>
          <p:nvPr/>
        </p:nvSpPr>
        <p:spPr>
          <a:xfrm>
            <a:off x="3579876" y="2606040"/>
            <a:ext cx="502920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0B4A8A"/>
                </a:solidFill>
              </a:rPr>
              <a:t>Role 7 — Administrator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520440"/>
            <a:ext cx="111831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0C8E8"/>
                </a:solidFill>
              </a:rPr>
              <a:t>User accounts · Vendors · Clients · Reference data · Emergency interventions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4389120"/>
            <a:ext cx="6400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8AB4D8"/>
                </a:solidFill>
              </a:rPr>
              <a:t>Access:  </a:t>
            </a:r>
            <a:r>
              <a:rPr sz="1100">
                <a:solidFill>
                  <a:srgbClr val="D0E3F2"/>
                </a:solidFill>
              </a:rPr>
              <a:t>Everything — no hidden menus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4690872"/>
            <a:ext cx="6400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8AB4D8"/>
                </a:solidFill>
              </a:rPr>
              <a:t>Skill level:  </a:t>
            </a:r>
            <a:r>
              <a:rPr sz="1100">
                <a:solidFill>
                  <a:srgbClr val="D0E3F2"/>
                </a:solidFill>
              </a:rPr>
              <a:t>Needs basic IT literacy; you are the escalation point for all users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Who You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54543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4A8A"/>
                </a:solidFill>
              </a:rPr>
              <a:t>You CAN: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5454396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Create, edit, disable, or delete user accounts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Assign roles and departments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Set the 'Can Access Stores' flag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Manage the vendor master list and client list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Set department budgets and FX rates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See every form for support purposes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Reassign stuck approvals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View the audit log</a:t>
            </a:r>
          </a:p>
        </p:txBody>
      </p:sp>
      <p:sp>
        <p:nvSpPr>
          <p:cNvPr id="6" name="Rectangle 5"/>
          <p:cNvSpPr/>
          <p:nvPr/>
        </p:nvSpPr>
        <p:spPr>
          <a:xfrm>
            <a:off x="6067044" y="1188720"/>
            <a:ext cx="27432" cy="5349240"/>
          </a:xfrm>
          <a:prstGeom prst="rect">
            <a:avLst/>
          </a:prstGeom>
          <a:solidFill>
            <a:srgbClr val="CCDD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31636" y="1188720"/>
            <a:ext cx="54543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4A8A"/>
                </a:solidFill>
              </a:rPr>
              <a:t>You should NOT: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1636" y="1554480"/>
            <a:ext cx="5454396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Approve PRs or financial forms unless you hold a genuine secondary role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Edit historical records to 'fix' them — document via proper channels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Share your admin account — create separate accounts for other admins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0B4A8A"/>
                </a:solidFill>
              </a:rPr>
              <a:t>Your core responsibilities: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Keep user master list accurate (role, dept, HOD assignment)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Handle password resets within a few hours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Keep vendor list clean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Preserve the audit log — never manipulate 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Task: Create a User</a:t>
            </a:r>
          </a:p>
        </p:txBody>
      </p:sp>
      <p:sp>
        <p:nvSpPr>
          <p:cNvPr id="4" name="Oval 3"/>
          <p:cNvSpPr/>
          <p:nvPr/>
        </p:nvSpPr>
        <p:spPr>
          <a:xfrm>
            <a:off x="502920" y="1243584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" y="1188720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Sidebar → Administration → Users → click Add User.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810512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" y="1755648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Fill: Username (e.g. firstname.lastname), Temporary Password (min 8 chars), Full Name, Email, Employee Number.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2377440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" y="2322576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Assign Role (initiator / hod / procurement / finance / md / admin) and Department.</a:t>
            </a:r>
          </a:p>
        </p:txBody>
      </p:sp>
      <p:sp>
        <p:nvSpPr>
          <p:cNvPr id="10" name="Oval 9"/>
          <p:cNvSpPr/>
          <p:nvPr/>
        </p:nvSpPr>
        <p:spPr>
          <a:xfrm>
            <a:off x="502920" y="2944368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" y="2889504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Tick Is HOD if this person heads their department. Set Supervisor Name to route their requests.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3511296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" y="3456432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Tick Can Access Stores if the user needs the Stores module.</a:t>
            </a:r>
          </a:p>
        </p:txBody>
      </p:sp>
      <p:sp>
        <p:nvSpPr>
          <p:cNvPr id="14" name="Oval 13"/>
          <p:cNvSpPr/>
          <p:nvPr/>
        </p:nvSpPr>
        <p:spPr>
          <a:xfrm>
            <a:off x="502920" y="4078224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" y="4023360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Click Save. The account is active immediately and flagged to force a password change on first login.</a:t>
            </a:r>
          </a:p>
        </p:txBody>
      </p:sp>
      <p:sp>
        <p:nvSpPr>
          <p:cNvPr id="16" name="Oval 15"/>
          <p:cNvSpPr/>
          <p:nvPr/>
        </p:nvSpPr>
        <p:spPr>
          <a:xfrm>
            <a:off x="502920" y="4645152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4590288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Tell the user their temporary password face-to-face or by phone — the system guides them through the change automatically.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Task: Reset a User's Password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11183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</a:rPr>
              <a:t>WARNING: A password reset request by cold email is a social-engineering red flag. Always verify identity first.</a:t>
            </a:r>
          </a:p>
        </p:txBody>
      </p:sp>
      <p:sp>
        <p:nvSpPr>
          <p:cNvPr id="5" name="Oval 4"/>
          <p:cNvSpPr/>
          <p:nvPr/>
        </p:nvSpPr>
        <p:spPr>
          <a:xfrm>
            <a:off x="502920" y="1591056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" y="1536192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Verify the user's identity before acting (face-to-face, by phone, or a known channel — not cold email).</a:t>
            </a:r>
          </a:p>
        </p:txBody>
      </p:sp>
      <p:sp>
        <p:nvSpPr>
          <p:cNvPr id="7" name="Oval 6"/>
          <p:cNvSpPr/>
          <p:nvPr/>
        </p:nvSpPr>
        <p:spPr>
          <a:xfrm>
            <a:off x="502920" y="2157984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" y="2103120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Sidebar → Administration → Users → search and open the user.</a:t>
            </a:r>
          </a:p>
        </p:txBody>
      </p:sp>
      <p:sp>
        <p:nvSpPr>
          <p:cNvPr id="9" name="Oval 8"/>
          <p:cNvSpPr/>
          <p:nvPr/>
        </p:nvSpPr>
        <p:spPr>
          <a:xfrm>
            <a:off x="502920" y="2724912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2670048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Click Reset Password. Enter a new temporary password (min 8 chars). Click Save.</a:t>
            </a:r>
          </a:p>
        </p:txBody>
      </p:sp>
      <p:sp>
        <p:nvSpPr>
          <p:cNvPr id="11" name="Oval 10"/>
          <p:cNvSpPr/>
          <p:nvPr/>
        </p:nvSpPr>
        <p:spPr>
          <a:xfrm>
            <a:off x="502920" y="3291840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" y="3236976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The system hashes the password, marks the account for forced change, and logs the action to the audit trail.</a:t>
            </a:r>
          </a:p>
        </p:txBody>
      </p:sp>
      <p:sp>
        <p:nvSpPr>
          <p:cNvPr id="13" name="Oval 12"/>
          <p:cNvSpPr/>
          <p:nvPr/>
        </p:nvSpPr>
        <p:spPr>
          <a:xfrm>
            <a:off x="502920" y="3858768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" y="3803904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Tell the user the temporary password face-to-face or by phone.</a:t>
            </a:r>
          </a:p>
        </p:txBody>
      </p:sp>
      <p:sp>
        <p:nvSpPr>
          <p:cNvPr id="15" name="Oval 14"/>
          <p:cNvSpPr/>
          <p:nvPr/>
        </p:nvSpPr>
        <p:spPr>
          <a:xfrm>
            <a:off x="502920" y="4425696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" y="4370832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On their next login the system intercepts and forces them to set a new password and 3 security questions.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Vendors &amp; Clients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54543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4A8A"/>
                </a:solidFill>
              </a:rPr>
              <a:t>Vendors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5454396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Sidebar → Administration → Vendors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Add vendor: name, code, category, contact, tier (1–3), rating (1–5), status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Deactivate: set Status to inactive — historical quotes preserved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Bulk upload: download template → fill → Upload from Excel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Keep vendor codes stable — changing a code after use can break historical references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067044" y="1188720"/>
            <a:ext cx="27432" cy="5349240"/>
          </a:xfrm>
          <a:prstGeom prst="rect">
            <a:avLst/>
          </a:prstGeom>
          <a:solidFill>
            <a:srgbClr val="CCDD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31636" y="1188720"/>
            <a:ext cx="54543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4A8A"/>
                </a:solidFill>
              </a:rPr>
              <a:t>Clients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1636" y="1554480"/>
            <a:ext cx="5454396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Sidebar → Administration → Clients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Clients are external parties whose stock is reserved in your warehouse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Used on GRNs and Issue Slips when the Customer field is set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Add client: name, code, contact, address, status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Deactivate: set Status to inactive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Budgets, FX, Audit Log &amp; Emergency Reassignment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11183112" cy="5440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400" b="1">
                <a:solidFill>
                  <a:srgbClr val="0B4A8A"/>
                </a:solidFill>
              </a:rPr>
              <a:t>Budgets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Sidebar → Financial Planning → Budgets — set annual budget per dept in ZMW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Year-end: reset Spent to zero, set new year values; coordinate timing with Finance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0B4A8A"/>
                </a:solidFill>
              </a:rPr>
              <a:t>FX Rates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Sidebar → Financial Planning → FX Rates — update only when Finance is unavailable; document the source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0B4A8A"/>
                </a:solidFill>
              </a:rPr>
              <a:t>Audit Log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Sidebar → Administration → Audit Log — every approval, rejection, and status change is recorded permanently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You cannot modify or delete audit entries — add a comment on the record if correction context is needed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0B4A8A"/>
                </a:solidFill>
              </a:rPr>
              <a:t>Emergency Reassignment (stuck approval)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Identify the stuck request (ask initiator for the form ID)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Decide target: deputy HOD, peer HOD, or escalate to MD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Document the reassignment in the form's Comments with the reason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Notify both the new approver and the initiator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0B4A8A"/>
                </a:solidFill>
              </a:rPr>
              <a:t>Admin weekly checklist: password resets, new joiners/leavers, FX check, stuck approvals, audit spot-check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2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194560"/>
            <a:ext cx="111831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</a:rPr>
              <a:t>Refer to your role manual for full detail.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AB4D8"/>
                </a:solidFill>
              </a:rPr>
              <a:t>Role 7 — Administrator  ·  KSB Zambia Purchase Requisition System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