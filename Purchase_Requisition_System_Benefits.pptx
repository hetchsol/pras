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Purchase Requisition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Streamline Your Procurement Process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Digital Transformation for Efficient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Key Benefits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⚡ Speed &amp; Efficiency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Reduce requisition processing time by 70%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🔍 Full Transparency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783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Track every requisition from creation to approval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✅ Automated Workflow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Smart routing through HOD → Procurement → Finance → 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📊 Real-Time Analytics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971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Instant insights into spending and budget utilization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🔒 Role-Based Security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Secure access controls for each department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💰 Cost Savings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4160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Better budget control and vendor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Automated Approval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90E2"/>
                </a:solidFill>
              </a:rPr>
              <a:t>From Request to Purchase Order in Minutes, Not Days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Initiator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Creates requisition with up to 15 line items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377440"/>
            <a:ext cx="182880" cy="137160"/>
          </a:xfrm>
          <a:prstGeom prst="rightArrow">
            <a:avLst/>
          </a:prstGeom>
          <a:solidFill>
            <a:srgbClr val="4A90E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HOD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Reviews and approves department request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182880" cy="137160"/>
          </a:xfrm>
          <a:prstGeom prst="rightArrow">
            <a:avLst/>
          </a:prstGeom>
          <a:solidFill>
            <a:srgbClr val="4A90E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Procurement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Adds pricing, obtains quotes, adjudicates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931920"/>
            <a:ext cx="182880" cy="137160"/>
          </a:xfrm>
          <a:prstGeom prst="rightArrow">
            <a:avLst/>
          </a:prstGeom>
          <a:solidFill>
            <a:srgbClr val="4A90E2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160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Finance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3891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Verifies budget and approves expenditure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4709160"/>
            <a:ext cx="182880" cy="137160"/>
          </a:xfrm>
          <a:prstGeom prst="rightArrow">
            <a:avLst/>
          </a:prstGeom>
          <a:solidFill>
            <a:srgbClr val="4A90E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9377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MD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1663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Final approval and PO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CC"/>
                </a:solidFill>
              </a:rPr>
              <a:t>Advanced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📝 Multi-Line Items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Add up to 15 items per requisition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Independent pricing for each item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Real-time calculation of totals, VAT, and grand total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Role-based pricing: Initiators request, Procurement prices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📄 Professional PDFs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Auto-generated requisition and PO documents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Complete itemization with pricing details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VAT calculations at 16%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Ready for formal approvals and record-keeping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💱 Budget &amp; FX Management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Multi-currency support (ZMW, USD, EUR, GBP)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754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Real-time exchange rate tracking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9834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Budget allocation and monitoring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212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Spending analytics by department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Measurable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743200" cy="128016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</a:rPr>
              <a:t>70%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Reduction in Processing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645920"/>
            <a:ext cx="2743200" cy="128016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7472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Digital Audit Trail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645920"/>
            <a:ext cx="2743200" cy="128016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</a:rPr>
              <a:t>24/7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Access from Anywhere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2743200" cy="128016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</a:rPr>
              <a:t>15x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More Items per Requisition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3291840"/>
            <a:ext cx="2743200" cy="128016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</a:rPr>
              <a:t>6 Roles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7472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Complete Role-Based Access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291840"/>
            <a:ext cx="2743200" cy="128016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</a:rPr>
              <a:t>0 Paper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9224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Fully Digital Process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Ready to Transform Your Procurement?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3017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✅ Eliminate paper-based processes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03120" y="32735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✅ Reduce approval delays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35295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✅ Improve budget visibility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37856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✅ Enhance vendor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40416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✅ Ensure compliance and auditability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4297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✅ Empower all stakeholders with real-time access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90E2"/>
                </a:solidFill>
              </a:rPr>
              <a:t>Start streamlining your procurement today!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Purchase Requisition System Benefits</dc:title>
  <dc:subject>System Benefits Presentation</dc:subject>
  <dc:creator>Purchase Requisition System</dc:creator>
  <cp:lastModifiedBy>Purchase Requisition System</cp:lastModifiedBy>
  <cp:revision>1</cp:revision>
  <dcterms:created xsi:type="dcterms:W3CDTF">2025-11-13T08:26:48Z</dcterms:created>
  <dcterms:modified xsi:type="dcterms:W3CDTF">2025-11-13T08:26:48Z</dcterms:modified>
</cp:coreProperties>
</file>